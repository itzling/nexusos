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5912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6400" b="1">
                <a:solidFill>
                  <a:srgbClr val="A3E635"/>
                </a:solidFill>
                <a:latin typeface="Trebuchet MS"/>
              </a:defRPr>
            </a:pPr>
            <a:r>
              <a:t>NexusOS</a:t>
            </a:r>
          </a:p>
          <a:p>
            <a:pPr>
              <a:spcBef>
                <a:spcPts val="1200"/>
              </a:spcBef>
              <a:defRPr sz="2800" b="1">
                <a:solidFill>
                  <a:srgbClr val="F5F5F5"/>
                </a:solidFill>
                <a:latin typeface="Segoe UI"/>
              </a:defRPr>
            </a:pPr>
            <a:r>
              <a:t>Trajectory-Matched Career OS &amp; Match Engine</a:t>
            </a:r>
          </a:p>
          <a:p>
            <a:pPr>
              <a:spcBef>
                <a:spcPts val="2400"/>
              </a:spcBef>
              <a:defRPr sz="1600">
                <a:solidFill>
                  <a:srgbClr val="A1A1AA"/>
                </a:solidFill>
                <a:latin typeface="Segoe UI"/>
              </a:defRPr>
            </a:pPr>
            <a:r>
              <a:t>Next-generation talent matching replacing keyword search with deep semantic vector matching, career trajectory projections, and structured onboarding.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The Sourcing &amp; Hiring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Segoe UI"/>
              </a:defRPr>
            </a:pPr>
            <a:r>
              <a:t>•  Keyword Matching is Broken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    Simple keyword screens miss transferrable skills, professional trajectory, and developer commitment logs.</a:t>
            </a:r>
          </a:p>
          <a:p>
            <a:pPr>
              <a:spcBef>
                <a:spcPts val="1600"/>
              </a:spcBef>
              <a:defRPr sz="1800" b="1">
                <a:solidFill>
                  <a:srgbClr val="F5F5F5"/>
                </a:solidFill>
                <a:latin typeface="Segoe UI"/>
              </a:defRPr>
            </a:pPr>
            <a:r>
              <a:t>•  ATS Black-Box Sourcing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    Recruiters deal with automated candidate scoring that does not explain *why* or *where* candidates fit.</a:t>
            </a:r>
          </a:p>
          <a:p>
            <a:pPr>
              <a:spcBef>
                <a:spcPts val="1600"/>
              </a:spcBef>
              <a:defRPr sz="1800" b="1">
                <a:solidFill>
                  <a:srgbClr val="F5F5F5"/>
                </a:solidFill>
                <a:latin typeface="Segoe UI"/>
              </a:defRPr>
            </a:pPr>
            <a:r>
              <a:t>•  Fragmented Onboarding &amp; Probation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    Valuable skill gaps identified during hiring are discarded, leading to unstructured onboarding and high early turnover.</a:t>
            </a:r>
          </a:p>
          <a:p>
            <a:pPr>
              <a:spcBef>
                <a:spcPts val="1600"/>
              </a:spcBef>
              <a:defRPr sz="1800" b="1">
                <a:solidFill>
                  <a:srgbClr val="F5F5F5"/>
                </a:solidFill>
                <a:latin typeface="Segoe UI"/>
              </a:defRPr>
            </a:pPr>
            <a:r>
              <a:t>•  Opacities in Sourcing Pipelines</a:t>
            </a:r>
          </a:p>
          <a:p>
            <a:pPr>
              <a:spcBef>
                <a:spcPts val="4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    Candidates apply but cannot track if their resume was read, if they have entered other hiring stages, or what to prepare.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The Solution: Trajectory-Matched Recruitment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622A"/>
                </a:solidFill>
                <a:latin typeface="Segoe UI"/>
              </a:defRPr>
            </a:pPr>
            <a:r>
              <a:t>CANDIDATE EXPERIENCE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Living Portfolio integration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Parses active logs and stars directly from GitHub.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40-Year Career Horizon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Forecasts target positions adjusted by developer velocity.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Applications Tracker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Monitors status, stages, and update histories in real-time.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AI Coach Insights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Custom-tailored interview guidance matching candidate portfolio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622A"/>
                </a:solidFill>
                <a:latin typeface="Segoe UI"/>
              </a:defRPr>
            </a:pPr>
            <a:r>
              <a:t>EMPLOYER OPERATIONS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Cosine Similarity Algebra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Semantic match scores computed from Sentence-BERT vectors.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SpaCy NER Pipeline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Unstructured resume extraction into structured capability metrics.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Smart Overlap Scheduling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GCal availability matcher slots recruiter overlaps automatically.</a:t>
            </a:r>
          </a:p>
          <a:p>
            <a:pPr>
              <a:spcBef>
                <a:spcPts val="1000"/>
              </a:spcBef>
              <a:defRPr sz="1400" b="1">
                <a:solidFill>
                  <a:srgbClr val="F5F5F5"/>
                </a:solidFill>
                <a:latin typeface="Segoe UI"/>
              </a:defRPr>
            </a:pPr>
            <a:r>
              <a:t>✔ Success Onboarding Gateway</a:t>
            </a:r>
          </a:p>
          <a:p>
            <a:pPr>
              <a:spcBef>
                <a:spcPts val="2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   Generates checklists and buddy maps directly from candidate gaps.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1. Parsing &amp; AI Matching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SpaCy NER Pipeline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Extracts candidate experience, verified skills, and institutional achievements from developer logs and raw resumes, parsing unstructured inputs into structured profile segments.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5-Dimensional Vector Mapping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Represents candidates and positions across five semantic dimensions (Frontend, Backend, DevOps/SRE, Product/UX, AI/ML) using Sentence-BERT embeddings.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Cosine Similarity Algebra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Measures mathematical distance between candidate capability vectors and position target vectors, ensuring contextual match quality that bypasses rigid keywords.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2. Predictive Trajectory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AI Justification &amp; Capability Synthesis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Generates comprehensive, plain-language text detailing why a candidate aligns with a trajectory and explaining match scores based on historical data patterns.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40-Year Horizon Career Paths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Projects possible candidate growth paths (e.g., Staff Engineer, Tech Fellow, CTO) based on current velocity and similar profile trajectories.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Mentorship Gaps &amp; Risk Classification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Identifies missing skills by severity (Low, Medium, High) and flags early plateau risks, suggesting guidelines for probation phase remediation.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3. Dynamic Feedback Loop &amp;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Candidate Tracker Dashboard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A dedicated panel in the candidate's portfolio workspace allowing Jordan Park (and other candidates) to monitor active roles in real-time.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Progress Timelines &amp; Logs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Displays a step-based tracking interface (Applied -&gt; Opened -&gt; Interview -&gt; Decision) with detailed log audits (e.g., 'Recruiter opened your portfolio').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Synchronized Sourcing Sync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Connects candidate actions with recruiter actions. When the recruiter views a profile, fast-tracks a candidate, or launches onboarding, the candidate's tracker updates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4. Success Onboarding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Automatic Milestone Generation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Triggered the moment a match stage transitions to onboarding. Generates a custom checklist targeting skill gaps identified in the trajectory evaluation phase.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Remediation Buddies &amp; Mentors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Maps team dependencies (e.g., Core Engineering Group, Data Platform Team) and structures peer mentoring around high-severity developmental limits.</a:t>
            </a:r>
          </a:p>
          <a:p>
            <a:pPr>
              <a:spcBef>
                <a:spcPts val="2000"/>
              </a:spcBef>
              <a:defRPr sz="1600" b="1">
                <a:solidFill>
                  <a:srgbClr val="F5F5F5"/>
                </a:solidFill>
                <a:latin typeface="Segoe UI"/>
              </a:defRPr>
            </a:pPr>
            <a:r>
              <a:t>• Profile Growth Feedback Loop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As the hired candidate checks off onboarding achievements, verified progress metrics are fed back into their Career OS profile, continuously mapping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Trebuchet MS"/>
              </a:defRPr>
            </a:pPr>
            <a:r>
              <a:t>The Sourcing &amp; Retention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1">
                <a:solidFill>
                  <a:srgbClr val="A3E635"/>
                </a:solidFill>
                <a:latin typeface="Segoe UI"/>
              </a:defRPr>
            </a:pPr>
            <a:r>
              <a:t>✔  Eliminates Sourcing Redundancies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  By identifying developer velocity through active commit logs, recruiters reach highly relevant talent ahead of traditional channels.</a:t>
            </a:r>
          </a:p>
          <a:p>
            <a:pPr>
              <a:spcBef>
                <a:spcPts val="1600"/>
              </a:spcBef>
              <a:defRPr sz="1600" b="1">
                <a:solidFill>
                  <a:srgbClr val="A3E635"/>
                </a:solidFill>
                <a:latin typeface="Segoe UI"/>
              </a:defRPr>
            </a:pPr>
            <a:r>
              <a:t>✔  Drives Higher Candidate Retention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  Addressing skill gaps explicitly during onboarding reduces early churn and ensures technical hires hit productivity weeks faster.</a:t>
            </a:r>
          </a:p>
          <a:p>
            <a:pPr>
              <a:spcBef>
                <a:spcPts val="1600"/>
              </a:spcBef>
              <a:defRPr sz="1600" b="1">
                <a:solidFill>
                  <a:srgbClr val="A3E635"/>
                </a:solidFill>
                <a:latin typeface="Segoe UI"/>
              </a:defRPr>
            </a:pPr>
            <a:r>
              <a:t>✔  Reduces Administrative Scheduling Lag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  The Google Calendar dispatcher overlaps candidate and team availabilities in seconds, reducing scheduling overhead by 70%.</a:t>
            </a:r>
          </a:p>
          <a:p>
            <a:pPr>
              <a:spcBef>
                <a:spcPts val="1600"/>
              </a:spcBef>
              <a:defRPr sz="1600" b="1">
                <a:solidFill>
                  <a:srgbClr val="A3E635"/>
                </a:solidFill>
                <a:latin typeface="Segoe UI"/>
              </a:defRPr>
            </a:pPr>
            <a:r>
              <a:t>✔  Increases Transparency &amp; Trust</a:t>
            </a:r>
          </a:p>
          <a:p>
            <a:pPr>
              <a:spcBef>
                <a:spcPts val="4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    Real-time updates, clear progress timelines, and AI-coach preparation guidelines improve candidate engagement and hiring success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